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the challenge: fast, trustworthy feasibility at scale.
This deck shows problem, method, results, RBAC context, and concrete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context in business terms: speed, trust, and governance.
State the objective: reduce feasibility assessment from weeks to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this as a pragmatic first pass that is transparent and auditable.
Highlight why metadata-first is efficient for high-table-count environments.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this baseline is actionable: we now know exactly where to focus remediation.
GREEN and AMBER concepts should move first into downstream data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one GREEN and one AMBER example to build confidence in scoring logic.
Invite domain experts to validate semantic correctness of each mapping.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RBAC is integrated into delivery planning: feasibility without access is not operationally feasible.
Call out anonymized access as a useful bridge for early analytics and governance-safe prototyping.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evidence that the solution is governance-aware and practical in restricted settings.
If needed, replace with a role-specific RBAC report in future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clear call to action: approve phase-2 mapping refinement.
Offer a quick pilot using the top 3 feasible concepts to demonstrate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01168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Feasibility Show &amp; Tell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652760" y="100584"/>
            <a:ext cx="1325880" cy="56692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00232" y="21945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0" y="6355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Data Champs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</a:rPr>
              <a:t>Efficient Feasibility Assessment Across 1000+ Raw Tables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From problem assessment to implemented solution and governance outcomes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Data source: mock_feasibility_sqlite.db | Dictionary: mock_cancer_data_dictionary_50.csv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01168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1. Problem Assessment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652760" y="100584"/>
            <a:ext cx="1325880" cy="56692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00232" y="21945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0" y="6355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Data Champs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051560"/>
            <a:ext cx="1088136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17320"/>
            <a:ext cx="103327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Teams need rapid yes/no/maybe answers for requested clinical data points.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The raw data landscape can span 1000+ tables and evolving schemas.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Manual assessment creates delay, inconsistency, and governance risk.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We need repeatable scoring plus policy-aware output.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01168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2. Solution Provided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652760" y="100584"/>
            <a:ext cx="1325880" cy="56692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00232" y="21945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0" y="6355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Data Champs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051560"/>
            <a:ext cx="1088136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17320"/>
            <a:ext cx="103327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Automated metadata-first matching against a curated 50-point data dictionary.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Quality metrics sampled per candidate: populated percentage and distinctiveness.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Weighted feasibility score and RAG classification for prioritization.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CSV output generated for immediate analyst and stakeholder use.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01168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Feasibility Results Snapshot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652760" y="100584"/>
            <a:ext cx="1325880" cy="56692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00232" y="21945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0" y="6355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Data Champs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63040"/>
            <a:ext cx="2542032" cy="2011680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2024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50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960120" y="2743200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TOTAL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66744" y="1463040"/>
            <a:ext cx="2542032" cy="2011680"/>
          </a:xfrm>
          <a:prstGeom prst="round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58184" y="192024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758184" y="2743200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GREEN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64808" y="1463040"/>
            <a:ext cx="2542032" cy="2011680"/>
          </a:xfrm>
          <a:prstGeom prst="round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192024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556248" y="2743200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AMBER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262872" y="1463040"/>
            <a:ext cx="2542032" cy="201168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54312" y="192024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47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354312" y="2743200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4069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Interpretation: high red rate indicates mapping coverage gaps, not failure of the assessment process.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01168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Top Feasible Concepts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652760" y="100584"/>
            <a:ext cx="1325880" cy="56692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00232" y="21945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0" y="6355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Data Champs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10972800" cy="347472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Concept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Mapped Column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Score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RAG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CDP034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overall_survival_days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cerner_raw__cancer_diagnoses.overall_survival_days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0.8633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GREEN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CDP004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smoking_status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cerner_raw__cancer_diagnoses.smoking_status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0.7635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GREEN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CDP027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best_treatment_response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cerner_raw__cancer_diagnoses.treatment_response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0.529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AMBER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These are immediate candidates for extraction and early value realization.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01168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RBAC Report Summary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652760" y="100584"/>
            <a:ext cx="1325880" cy="56692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00232" y="21945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0" y="6355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Data Champs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</a:rPr>
              <a:t>Access Profile from rbac_table_report.csv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1828800"/>
            <a:ext cx="2542032" cy="1554480"/>
          </a:xfrm>
          <a:prstGeom prst="round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14884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0120" y="2743200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FULL_ACCESS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66744" y="1828800"/>
            <a:ext cx="2542032" cy="1554480"/>
          </a:xfrm>
          <a:prstGeom prst="round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58184" y="214884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758184" y="2743200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ANON_ONLY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64808" y="1828800"/>
            <a:ext cx="2542032" cy="155448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214884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556248" y="2743200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NO_ACCESS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62872" y="1828800"/>
            <a:ext cx="2542032" cy="1554480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54312" y="214884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354312" y="2743200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BLOCKED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749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RBAC rows analyzed: 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42062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Sample governance guidance: Anonymized access only. Request full table permission if record-level values are needed.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01168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RBAC Details (Sample)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652760" y="100584"/>
            <a:ext cx="1325880" cy="56692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00232" y="21945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0" y="6355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Data Champs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34440"/>
          <a:ext cx="10972800" cy="402336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1341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Table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Rows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Pop 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Access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Top Values (Masked)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1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cancer_model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cancer_synthetic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100.0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ANON_ONLY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anon_140bedbf9c (n=3); anon_2e561ff235 (n=2); anon_399dbc8659 (n=2); 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1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cancer_model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cancer_treatment_view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100.0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ANON_ONLY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anon_140bedbf9c (n=3); anon_ec0f3b0bd1 (n=2); anon_fc00eb484b (n=2); 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Included to demonstrate how access constraints shape usable output and handoff decisions.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01168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3. Recommendations and Next Steps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652760" y="100584"/>
            <a:ext cx="1325880" cy="56692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00232" y="21945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0" y="6355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Data Champs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051560"/>
            <a:ext cx="1088136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17320"/>
            <a:ext cx="103327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Prioritize GREEN and AMBER concepts for first extraction releases.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Expand synonym maps and domain hints to improve low-match concept coverage.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Run this pipeline on a schedule and track trend lines over refresh cycles.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Integrate feasibility and RBAC outputs into intake governance workflow.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Imperial College Healthcare NHS Trust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Feasibility Assessment V2 - Team Branded</dc:title>
  <dc:subject>Feasibility and RBAC Show &amp; Tell</dc:subject>
  <dc:creator>Data Champs Team</dc:creator>
  <cp:lastModifiedBy>Data Champs Team</cp:lastModifiedBy>
  <cp:revision>1</cp:revision>
  <dcterms:created xsi:type="dcterms:W3CDTF">2026-03-17T22:35:36Z</dcterms:created>
  <dcterms:modified xsi:type="dcterms:W3CDTF">2026-03-17T22:35:36Z</dcterms:modified>
</cp:coreProperties>
</file>