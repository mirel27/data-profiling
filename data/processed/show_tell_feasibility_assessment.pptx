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630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</a:rPr>
              <a:t>Efficient Feasibility Assessment Across 1000+ Raw Tables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A45"/>
                </a:solidFill>
              </a:rPr>
              <a:t>Show &amp; Tell: From problem assessment to delivered solution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781"/>
                </a:solidFill>
              </a:rPr>
              <a:t>Data Champs | Feasibility Show &amp; Tell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64240" cy="73152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5836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1. Problem Assessment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Research teams need fast answers: Is each requested data point available and usable?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Raw environment can include 1000+ tables with varied naming and quality.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Manual discovery is slow, inconsistent, and hard to govern at scale.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Need: repeatable, auditable feasibility scoring with clear RAG outputs.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64240" cy="73152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5836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2. Constraints and Risks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Heterogeneous schemas across domains (cancer, pathology, secondary care).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Data completeness differs significantly column-to-column.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Access governance (RBAC) and policy restrictions must be respected.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Scalability requirement: metadata-first approach to avoid expensive full scans.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64240" cy="73152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5836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 Solution Implemented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Input data dictionary: mock_cancer_data_dictionary_50.csv (50 requested points).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Target source: mock_feasibility_sqlite.db (100 mock raw tables).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Automated matching: metadata similarity of requested concepts to schema columns.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Feasibility score = 45% metadata match + 40% populated % + 15% distinctiveness.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Output artifact: feasibility_assessment.csv for transparent review.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64240" cy="73152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5836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4. Execution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Step 1: Read data dictionary concepts and priorities.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Step 2: Discover all table/column metadata from the SQLite database.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Step 3: Match candidate columns per concept and sample quality statistics.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Step 4: Compute weighted score and assign RAG recommendation.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Step 5: Export CSV for analyst and stakeholder review.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Current Feasibility Snapshot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2560320" cy="1828800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28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50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Total Data Points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66160" y="1463040"/>
            <a:ext cx="2560320" cy="1828800"/>
          </a:xfrm>
          <a:prstGeom prst="round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1828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57600" y="2651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GREEN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463040"/>
            <a:ext cx="2560320" cy="1828800"/>
          </a:xfrm>
          <a:prstGeom prst="round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28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92240" y="2651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AMBER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235440" y="1463040"/>
            <a:ext cx="2560320" cy="182880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0" y="1828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47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326880" y="2651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840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</a:rPr>
              <a:t>Result from mock_feasibility_sqlite.db with mock_cancer_data_dictionary_50.csv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A35"/>
                </a:solidFill>
              </a:rPr>
              <a:t>Key insight: only 3/50 concepts currently map cleanly. This quantifies the gap and guides extraction priorities.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Top Feasible Matches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3200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5"/>
                          </a:solidFill>
                        </a:rPr>
                        <a:t>ID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5"/>
                          </a:solidFill>
                        </a:rPr>
                        <a:t>Data Point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5"/>
                          </a:solidFill>
                        </a:rPr>
                        <a:t>Mapped Table.Column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5"/>
                          </a:solidFill>
                        </a:rPr>
                        <a:t>Score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5"/>
                          </a:solidFill>
                        </a:rPr>
                        <a:t>RAG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5"/>
                          </a:solidFill>
                        </a:rPr>
                        <a:t>CDP034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5"/>
                          </a:solidFill>
                        </a:rPr>
                        <a:t>overall_survival_days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5"/>
                          </a:solidFill>
                        </a:rPr>
                        <a:t>cerner_raw__cancer_diagnoses.overall_survival_days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5"/>
                          </a:solidFill>
                        </a:rPr>
                        <a:t>0.8633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5"/>
                          </a:solidFill>
                        </a:rPr>
                        <a:t>GREEN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5"/>
                          </a:solidFill>
                        </a:rPr>
                        <a:t>CDP004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5"/>
                          </a:solidFill>
                        </a:rPr>
                        <a:t>smoking_status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5"/>
                          </a:solidFill>
                        </a:rPr>
                        <a:t>cerner_raw__cancer_diagnoses.smoking_status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5"/>
                          </a:solidFill>
                        </a:rPr>
                        <a:t>0.7635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5"/>
                          </a:solidFill>
                        </a:rPr>
                        <a:t>GREEN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5"/>
                          </a:solidFill>
                        </a:rPr>
                        <a:t>CDP027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5"/>
                          </a:solidFill>
                        </a:rPr>
                        <a:t>best_treatment_response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5"/>
                          </a:solidFill>
                        </a:rPr>
                        <a:t>cerner_raw__cancer_diagnoses.treatment_response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5"/>
                          </a:solidFill>
                        </a:rPr>
                        <a:t>0.529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5"/>
                          </a:solidFill>
                        </a:rPr>
                        <a:t>AMBER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937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A45"/>
                </a:solidFill>
              </a:rPr>
              <a:t>These are immediate candidates for dashboards, cohorts, and downstream analytics.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64240" cy="73152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5836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6. What This Tells 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Immediate value: objective baseline of what is feasible today.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Only a small subset is currently GREEN/AMBER, exposing schema alignment gaps.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Result can drive targeted mapping and model enrichment instead of broad rework.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This approach scales to larger estates by keeping discovery metadata-first.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64240" cy="73152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5836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7. Next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Improve dictionary-to-schema synonym mappings for low-match concepts.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Add table-level domain hints to reduce false negatives.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Introduce multi-candidate ranking per concept (top 3) for clinical validation.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Automate recurring run and trend reporting across refresh cycles.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64240" cy="73152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5836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8. Outcome and Deliverables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Deliverable 1: CSV feasibility output generated (2026-03-17).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Deliverable 2: Reusable scoring script for repeatable assessments.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Deliverable 3: This show-and-tell deck for stakeholders.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A35"/>
                </a:solidFill>
              </a:rPr>
              <a:t>Decision support: prioritize extraction for GREEN/AMBER items first.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Imperial College Healthcare NHS Trust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Feasibility Assessment - Problem to Solution</dc:title>
  <dc:subject>Feasibility Assessment Show &amp; Tell</dc:subject>
  <dc:creator>Data Champs</dc:creator>
  <cp:lastModifiedBy>Data Champs</cp:lastModifiedBy>
  <cp:revision>1</cp:revision>
  <dcterms:created xsi:type="dcterms:W3CDTF">2026-03-17T21:47:16Z</dcterms:created>
  <dcterms:modified xsi:type="dcterms:W3CDTF">2026-03-17T21:47:16Z</dcterms:modified>
</cp:coreProperties>
</file>