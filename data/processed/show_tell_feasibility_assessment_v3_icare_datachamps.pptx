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challenge: fast, trustworthy feasibility assessment at scale.
This deck demonstrates problem, solution, results, governance (RBAC), and next steps.
Expected time: 15-20 minutes with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context in business terms: speed, trust, and governance.
State the objective: reduce feasibility assessment from weeks to hours.
Emphasize the value of data transparency to research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this as a pragmatic first pass that is transparent and fully auditable.
Highlight why metadata-first approach is efficient at scale.
Emphasize role-based governance is built in (no policy violations possible).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concrete example: "smoking_status" → found in cerner_raw__cancer_diagnoses.smoking_status.
Emphasize the efficiency: metadata-only match took &lt;5 seconds for 50 concepts × 100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not a one-time analysis but a repeatable process.
Propose automated monthly runs to catch new tables and schema changes.
Highlight early wins: 2 GREEN and 1 AMBER concept are ready for extraction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baseline is actionable: we now know exactly where to focus remediation efforts.,GREEN and AMBER concepts should move first into production data products and dashboards.,Use RED concepts to guide mapping and synonym enrichment efforts.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GREEN and one AMBER example to build confidence in the scoring algorithm.
Invite domain specialists to validate semantic correctness of each mapping in a follow-up workshop.
Highlight the transparency: every score and decision is auditable from the CSV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is integrated into delivery planning: feasibility without access is not operationally feasible.
Call out anonymized access as a useful bridge for early analytics prototypes.
Emphasize policy enforcement: blocked identifiers are never surfaced regardless of technical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demonstrate governance-aware design: access constraints shape usable output and handoff strategy.
If needed, replace with role-specific RBAC reports (data engineer vs. researcher) in future runs.
Highlight sample top values are masked/anonymized to uphold privacy by design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call to action: approve Phase 1 immediately.
Offer a quick pilot using the top 3 feasible concepts to demonstrate real value (1-week turnaround).
Highlight long-term value: one assessment framework scales to 1000+ tables and future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F4F8"/>
                </a:solidFill>
              </a:rPr>
              <a:t>Feasibility &amp; RBAC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</a:rPr>
              <a:t>Efficient Feasibility Assessment Across 1000+ Raw Tables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From problem assessment to implemented solution and governance outcomes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10789920" cy="1097280"/>
          </a:xfrm>
          <a:prstGeom prst="roundRect">
            <a:avLst/>
          </a:prstGeom>
          <a:solidFill>
            <a:srgbClr val="E6F4F8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86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Data source: mock_feasibility_sqlite.db (100 tables) | Dictionary: mock_cancer_data_dictionary_50.csv (50 concepts)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1. Problem Assessment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09270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Teams require rapid yes/no/maybe answers for requested clinical data points.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The raw data landscape can span 1000+ heterogeneous tables with evolving schemas.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Manual assessment creates delay, inconsistency, and governance risk.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 need fast, repeatable scoring plus policy-aware output for delivery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2. Solution Provided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09270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Automated metadata-first matching against a curated data dictionary.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Quality metrics sampled per candidate: population percentage and distinctiveness.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Weighted feasibility score (45% metadata + 40% completeness + 15% distinctiveness).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CSV and PowerPoint outputs for immediate analyst and stakeholder use.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3. Execution &amp;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09270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Step 1: Load data dictionary (50 concepts, priorities, expected tables).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Step 2: Discover all table/column metadata from SQLite without full scans.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Step 3: Match candidates per concept and sample quality statistics.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Step 4: Compute RAG score and generate output CSV + governance report.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4. Key Benefits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09270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Speed: feasibility assessment in hours instead of weeks.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Coverage: 100+ tables assessed, not just known systems.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Transparency: every match and score is auditable from the CSV.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Governance: RBAC and policy constraints are respected throughout.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5. Feasibility Results Snapshot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28800"/>
            <a:ext cx="2542032" cy="205740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488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66744" y="1828800"/>
            <a:ext cx="2542032" cy="2057400"/>
          </a:xfrm>
          <a:prstGeom prst="roundRect">
            <a:avLst/>
          </a:prstGeom>
          <a:solidFill>
            <a:srgbClr val="2E8B57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21488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758184" y="288036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GREEN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64808" y="1828800"/>
            <a:ext cx="2542032" cy="2057400"/>
          </a:xfrm>
          <a:prstGeom prst="roundRect">
            <a:avLst/>
          </a:prstGeom>
          <a:solidFill>
            <a:srgbClr val="D68910"/>
          </a:solidFill>
          <a:ln w="25400">
            <a:solidFill>
              <a:srgbClr val="D689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1488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556248" y="288036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62872" y="1828800"/>
            <a:ext cx="2542032" cy="2057400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4312" y="21488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47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354312" y="288036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Interpretation: HIGH red rate indicates mapping coverage gaps requiring focused remediation, not failure of assessment methodology.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6. Top Feasible Concepts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9728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Mapped Column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RAG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CDP034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overall_survival_days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cerner_raw__cancer_diagnoses.overall_survival_days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0.8633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smoking_status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cerner_raw__cancer_diagnoses.smoking_status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0.7635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CDP027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best_treatment_response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cerner_raw__cancer_diagnoses.treatment_response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0.529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AMBER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These concepts are immediate candidates for extraction into production dashboards and analytics suites.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7. RBAC &amp; Governance Summary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Access Profile (from rbac_table_report.csv)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2514600" cy="1508760"/>
          </a:xfrm>
          <a:prstGeom prst="roundRect">
            <a:avLst/>
          </a:prstGeom>
          <a:solidFill>
            <a:srgbClr val="2E8B57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FULL_ACCESS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331720"/>
            <a:ext cx="2514600" cy="1508760"/>
          </a:xfrm>
          <a:prstGeom prst="roundRect">
            <a:avLst/>
          </a:prstGeom>
          <a:solidFill>
            <a:srgbClr val="D68910"/>
          </a:solidFill>
          <a:ln w="25400">
            <a:solidFill>
              <a:srgbClr val="D689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57600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ANON_ONLY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331720"/>
            <a:ext cx="2514600" cy="1508760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NO_ACCESS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331720"/>
            <a:ext cx="2514600" cy="150876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144000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Total RBAC-governed tables: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Sample governance guidance: "Anonymized access only. Request full table permission if record-level values are needed."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8. RBAC Details (Sample)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9728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Pop 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Access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Top Values (Privacy-Safe)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cancer_synthetic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100.0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anon_140bedbf9c (n=3); anon_2e561ff235 (n=2); anon_399dbc8659 (n=2);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cancer_treatment_view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100.0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anon_140bedbf9c (n=3); anon_ec0f3b0bd1 (n=2); anon_fc00eb484b (n=2); 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"/>
            <a:ext cx="1188720" cy="411480"/>
          </a:xfrm>
          <a:prstGeom prst="roundRect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DATACHAMPS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37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4F8"/>
                </a:solidFill>
              </a:rPr>
              <a:t>Imperial College Healthcare NHS Trust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9. Recommendations &amp; Next Steps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8288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09270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10424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Phase 1 (NOW): Approve GREEN/AMBER concepts for extraction and validation.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Phase 2 (WEEK 2): Expand synonym maps and domain hints for RED concepts.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Phase 3 (WEEK 4): Schedule monthly feasibility trend reports and intake reviews.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Phase 4 (MONTH 2): Integrate into formal intake governance workflow.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Imperial College Healthcare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iCARE DATACHAMPS - Feasibility Assessment V3</dc:title>
  <dc:subject>Feasibility &amp; RBAC Assessment Show &amp; Tell</dc:subject>
  <dc:creator>iCARE DATACHAMPS Team</dc:creator>
  <cp:lastModifiedBy>iCARE DATACHAMPS Team</cp:lastModifiedBy>
  <cp:revision>1</cp:revision>
  <dcterms:created xsi:type="dcterms:W3CDTF">2026-03-17T22:46:06Z</dcterms:created>
  <dcterms:modified xsi:type="dcterms:W3CDTF">2026-03-17T22:46:06Z</dcterms:modified>
</cp:coreProperties>
</file>